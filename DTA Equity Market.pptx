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90" r:id="rId2"/>
    <p:sldId id="349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B1A"/>
    <a:srgbClr val="00FF00"/>
    <a:srgbClr val="11A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mohan negi" userId="ccbf03d11d4621e3" providerId="LiveId" clId="{E86DA130-EA87-46C2-B41B-50020222D261}"/>
    <pc:docChg chg="undo custSel addSld delSld modSld sldOrd">
      <pc:chgData name="manmohan negi" userId="ccbf03d11d4621e3" providerId="LiveId" clId="{E86DA130-EA87-46C2-B41B-50020222D261}" dt="2025-12-18T08:30:15.396" v="669" actId="2696"/>
      <pc:docMkLst>
        <pc:docMk/>
      </pc:docMkLst>
      <pc:sldChg chg="modSp mod">
        <pc:chgData name="manmohan negi" userId="ccbf03d11d4621e3" providerId="LiveId" clId="{E86DA130-EA87-46C2-B41B-50020222D261}" dt="2025-12-18T07:41:11.207" v="313" actId="255"/>
        <pc:sldMkLst>
          <pc:docMk/>
          <pc:sldMk cId="1082587534" sldId="257"/>
        </pc:sldMkLst>
      </pc:sldChg>
      <pc:sldChg chg="new del">
        <pc:chgData name="manmohan negi" userId="ccbf03d11d4621e3" providerId="LiveId" clId="{E86DA130-EA87-46C2-B41B-50020222D261}" dt="2025-12-18T06:59:09.905" v="2" actId="2696"/>
        <pc:sldMkLst>
          <pc:docMk/>
          <pc:sldMk cId="1027340113" sldId="386"/>
        </pc:sldMkLst>
      </pc:sldChg>
      <pc:sldChg chg="add">
        <pc:chgData name="manmohan negi" userId="ccbf03d11d4621e3" providerId="LiveId" clId="{E86DA130-EA87-46C2-B41B-50020222D261}" dt="2025-12-18T06:59:05.027" v="1"/>
        <pc:sldMkLst>
          <pc:docMk/>
          <pc:sldMk cId="3039424998" sldId="387"/>
        </pc:sldMkLst>
      </pc:sldChg>
      <pc:sldChg chg="modSp add mod">
        <pc:chgData name="manmohan negi" userId="ccbf03d11d4621e3" providerId="LiveId" clId="{E86DA130-EA87-46C2-B41B-50020222D261}" dt="2025-12-18T08:03:53.664" v="449" actId="14100"/>
        <pc:sldMkLst>
          <pc:docMk/>
          <pc:sldMk cId="2960870835" sldId="388"/>
        </pc:sldMkLst>
      </pc:sldChg>
      <pc:sldChg chg="addSp delSp modSp new del mod">
        <pc:chgData name="manmohan negi" userId="ccbf03d11d4621e3" providerId="LiveId" clId="{E86DA130-EA87-46C2-B41B-50020222D261}" dt="2025-12-18T08:29:07.209" v="666" actId="2696"/>
        <pc:sldMkLst>
          <pc:docMk/>
          <pc:sldMk cId="2661435414" sldId="389"/>
        </pc:sldMkLst>
      </pc:sldChg>
      <pc:sldChg chg="addSp delSp modSp new add del mod ord">
        <pc:chgData name="manmohan negi" userId="ccbf03d11d4621e3" providerId="LiveId" clId="{E86DA130-EA87-46C2-B41B-50020222D261}" dt="2025-12-18T08:30:15.396" v="669" actId="2696"/>
        <pc:sldMkLst>
          <pc:docMk/>
          <pc:sldMk cId="2643927430" sldId="390"/>
        </pc:sldMkLst>
      </pc:sldChg>
    </pc:docChg>
  </pc:docChgLst>
  <pc:docChgLst>
    <pc:chgData name="Ramesh pal" userId="4914539deacfb271" providerId="LiveId" clId="{B93A1BF1-D799-4E74-AE02-F237C1FC06A3}"/>
    <pc:docChg chg="undo custSel addSld delSld modSld modMainMaster">
      <pc:chgData name="Ramesh pal" userId="4914539deacfb271" providerId="LiveId" clId="{B93A1BF1-D799-4E74-AE02-F237C1FC06A3}" dt="2026-10-16T13:55:18.632" v="1067" actId="1076"/>
      <pc:docMkLst>
        <pc:docMk/>
      </pc:docMkLst>
      <pc:sldChg chg="modSp del mod">
        <pc:chgData name="Ramesh pal" userId="4914539deacfb271" providerId="LiveId" clId="{B93A1BF1-D799-4E74-AE02-F237C1FC06A3}" dt="2026-10-16T13:10:25.288" v="680" actId="47"/>
        <pc:sldMkLst>
          <pc:docMk/>
          <pc:sldMk cId="1082587534" sldId="257"/>
        </pc:sldMkLst>
      </pc:sldChg>
      <pc:sldChg chg="del">
        <pc:chgData name="Ramesh pal" userId="4914539deacfb271" providerId="LiveId" clId="{B93A1BF1-D799-4E74-AE02-F237C1FC06A3}" dt="2026-10-16T13:10:32.259" v="684" actId="47"/>
        <pc:sldMkLst>
          <pc:docMk/>
          <pc:sldMk cId="2687972656" sldId="258"/>
        </pc:sldMkLst>
      </pc:sldChg>
      <pc:sldChg chg="del">
        <pc:chgData name="Ramesh pal" userId="4914539deacfb271" providerId="LiveId" clId="{B93A1BF1-D799-4E74-AE02-F237C1FC06A3}" dt="2026-10-16T13:10:39.655" v="709" actId="47"/>
        <pc:sldMkLst>
          <pc:docMk/>
          <pc:sldMk cId="3958561994" sldId="259"/>
        </pc:sldMkLst>
      </pc:sldChg>
      <pc:sldChg chg="del">
        <pc:chgData name="Ramesh pal" userId="4914539deacfb271" providerId="LiveId" clId="{B93A1BF1-D799-4E74-AE02-F237C1FC06A3}" dt="2026-10-16T13:10:40.109" v="711" actId="47"/>
        <pc:sldMkLst>
          <pc:docMk/>
          <pc:sldMk cId="842321686" sldId="260"/>
        </pc:sldMkLst>
      </pc:sldChg>
      <pc:sldChg chg="del">
        <pc:chgData name="Ramesh pal" userId="4914539deacfb271" providerId="LiveId" clId="{B93A1BF1-D799-4E74-AE02-F237C1FC06A3}" dt="2026-10-16T13:10:39.888" v="710" actId="47"/>
        <pc:sldMkLst>
          <pc:docMk/>
          <pc:sldMk cId="182579297" sldId="261"/>
        </pc:sldMkLst>
      </pc:sldChg>
      <pc:sldChg chg="del">
        <pc:chgData name="Ramesh pal" userId="4914539deacfb271" providerId="LiveId" clId="{B93A1BF1-D799-4E74-AE02-F237C1FC06A3}" dt="2026-10-16T13:10:40.341" v="712" actId="47"/>
        <pc:sldMkLst>
          <pc:docMk/>
          <pc:sldMk cId="1518711334" sldId="262"/>
        </pc:sldMkLst>
      </pc:sldChg>
      <pc:sldChg chg="del">
        <pc:chgData name="Ramesh pal" userId="4914539deacfb271" providerId="LiveId" clId="{B93A1BF1-D799-4E74-AE02-F237C1FC06A3}" dt="2026-10-16T13:10:40.684" v="713" actId="47"/>
        <pc:sldMkLst>
          <pc:docMk/>
          <pc:sldMk cId="1077888693" sldId="263"/>
        </pc:sldMkLst>
      </pc:sldChg>
      <pc:sldChg chg="del">
        <pc:chgData name="Ramesh pal" userId="4914539deacfb271" providerId="LiveId" clId="{B93A1BF1-D799-4E74-AE02-F237C1FC06A3}" dt="2026-10-16T13:10:32.916" v="685" actId="47"/>
        <pc:sldMkLst>
          <pc:docMk/>
          <pc:sldMk cId="1252399605" sldId="264"/>
        </pc:sldMkLst>
      </pc:sldChg>
      <pc:sldChg chg="del">
        <pc:chgData name="Ramesh pal" userId="4914539deacfb271" providerId="LiveId" clId="{B93A1BF1-D799-4E74-AE02-F237C1FC06A3}" dt="2026-10-16T13:10:40.783" v="714" actId="47"/>
        <pc:sldMkLst>
          <pc:docMk/>
          <pc:sldMk cId="399748733" sldId="265"/>
        </pc:sldMkLst>
      </pc:sldChg>
      <pc:sldChg chg="del">
        <pc:chgData name="Ramesh pal" userId="4914539deacfb271" providerId="LiveId" clId="{B93A1BF1-D799-4E74-AE02-F237C1FC06A3}" dt="2026-10-16T13:10:41.100" v="715" actId="47"/>
        <pc:sldMkLst>
          <pc:docMk/>
          <pc:sldMk cId="2175989025" sldId="266"/>
        </pc:sldMkLst>
      </pc:sldChg>
      <pc:sldChg chg="del">
        <pc:chgData name="Ramesh pal" userId="4914539deacfb271" providerId="LiveId" clId="{B93A1BF1-D799-4E74-AE02-F237C1FC06A3}" dt="2026-10-16T13:10:41.324" v="716" actId="47"/>
        <pc:sldMkLst>
          <pc:docMk/>
          <pc:sldMk cId="2979226767" sldId="267"/>
        </pc:sldMkLst>
      </pc:sldChg>
      <pc:sldChg chg="del">
        <pc:chgData name="Ramesh pal" userId="4914539deacfb271" providerId="LiveId" clId="{B93A1BF1-D799-4E74-AE02-F237C1FC06A3}" dt="2026-10-16T13:10:41.531" v="717" actId="47"/>
        <pc:sldMkLst>
          <pc:docMk/>
          <pc:sldMk cId="1974946665" sldId="268"/>
        </pc:sldMkLst>
      </pc:sldChg>
      <pc:sldChg chg="del">
        <pc:chgData name="Ramesh pal" userId="4914539deacfb271" providerId="LiveId" clId="{B93A1BF1-D799-4E74-AE02-F237C1FC06A3}" dt="2026-10-16T13:10:42.029" v="719" actId="47"/>
        <pc:sldMkLst>
          <pc:docMk/>
          <pc:sldMk cId="4047175368" sldId="269"/>
        </pc:sldMkLst>
      </pc:sldChg>
      <pc:sldChg chg="del">
        <pc:chgData name="Ramesh pal" userId="4914539deacfb271" providerId="LiveId" clId="{B93A1BF1-D799-4E74-AE02-F237C1FC06A3}" dt="2026-10-16T13:10:42.252" v="720" actId="47"/>
        <pc:sldMkLst>
          <pc:docMk/>
          <pc:sldMk cId="1634647720" sldId="270"/>
        </pc:sldMkLst>
      </pc:sldChg>
      <pc:sldChg chg="del">
        <pc:chgData name="Ramesh pal" userId="4914539deacfb271" providerId="LiveId" clId="{B93A1BF1-D799-4E74-AE02-F237C1FC06A3}" dt="2026-10-16T13:10:42.500" v="721" actId="47"/>
        <pc:sldMkLst>
          <pc:docMk/>
          <pc:sldMk cId="1232213659" sldId="271"/>
        </pc:sldMkLst>
      </pc:sldChg>
      <pc:sldChg chg="del">
        <pc:chgData name="Ramesh pal" userId="4914539deacfb271" providerId="LiveId" clId="{B93A1BF1-D799-4E74-AE02-F237C1FC06A3}" dt="2026-10-16T13:10:42.978" v="723" actId="47"/>
        <pc:sldMkLst>
          <pc:docMk/>
          <pc:sldMk cId="3599565667" sldId="272"/>
        </pc:sldMkLst>
      </pc:sldChg>
      <pc:sldChg chg="del">
        <pc:chgData name="Ramesh pal" userId="4914539deacfb271" providerId="LiveId" clId="{B93A1BF1-D799-4E74-AE02-F237C1FC06A3}" dt="2026-10-16T13:10:43.165" v="724" actId="47"/>
        <pc:sldMkLst>
          <pc:docMk/>
          <pc:sldMk cId="2638272400" sldId="273"/>
        </pc:sldMkLst>
      </pc:sldChg>
      <pc:sldChg chg="del">
        <pc:chgData name="Ramesh pal" userId="4914539deacfb271" providerId="LiveId" clId="{B93A1BF1-D799-4E74-AE02-F237C1FC06A3}" dt="2026-10-16T13:10:43.412" v="725" actId="47"/>
        <pc:sldMkLst>
          <pc:docMk/>
          <pc:sldMk cId="381843193" sldId="274"/>
        </pc:sldMkLst>
      </pc:sldChg>
      <pc:sldChg chg="del">
        <pc:chgData name="Ramesh pal" userId="4914539deacfb271" providerId="LiveId" clId="{B93A1BF1-D799-4E74-AE02-F237C1FC06A3}" dt="2026-10-16T13:10:43.630" v="726" actId="47"/>
        <pc:sldMkLst>
          <pc:docMk/>
          <pc:sldMk cId="2307805085" sldId="275"/>
        </pc:sldMkLst>
      </pc:sldChg>
      <pc:sldChg chg="del">
        <pc:chgData name="Ramesh pal" userId="4914539deacfb271" providerId="LiveId" clId="{B93A1BF1-D799-4E74-AE02-F237C1FC06A3}" dt="2026-10-16T13:10:34.583" v="688" actId="47"/>
        <pc:sldMkLst>
          <pc:docMk/>
          <pc:sldMk cId="1510535513" sldId="327"/>
        </pc:sldMkLst>
      </pc:sldChg>
      <pc:sldChg chg="del">
        <pc:chgData name="Ramesh pal" userId="4914539deacfb271" providerId="LiveId" clId="{B93A1BF1-D799-4E74-AE02-F237C1FC06A3}" dt="2026-10-16T13:10:33.514" v="686" actId="47"/>
        <pc:sldMkLst>
          <pc:docMk/>
          <pc:sldMk cId="556783260" sldId="328"/>
        </pc:sldMkLst>
      </pc:sldChg>
      <pc:sldChg chg="del">
        <pc:chgData name="Ramesh pal" userId="4914539deacfb271" providerId="LiveId" clId="{B93A1BF1-D799-4E74-AE02-F237C1FC06A3}" dt="2026-10-16T13:10:33.910" v="687" actId="47"/>
        <pc:sldMkLst>
          <pc:docMk/>
          <pc:sldMk cId="3555954214" sldId="329"/>
        </pc:sldMkLst>
      </pc:sldChg>
      <pc:sldChg chg="del">
        <pc:chgData name="Ramesh pal" userId="4914539deacfb271" providerId="LiveId" clId="{B93A1BF1-D799-4E74-AE02-F237C1FC06A3}" dt="2026-10-16T13:10:39.275" v="707" actId="47"/>
        <pc:sldMkLst>
          <pc:docMk/>
          <pc:sldMk cId="695453470" sldId="330"/>
        </pc:sldMkLst>
      </pc:sldChg>
      <pc:sldChg chg="del">
        <pc:chgData name="Ramesh pal" userId="4914539deacfb271" providerId="LiveId" clId="{B93A1BF1-D799-4E74-AE02-F237C1FC06A3}" dt="2026-10-16T13:10:36.458" v="694" actId="47"/>
        <pc:sldMkLst>
          <pc:docMk/>
          <pc:sldMk cId="3065754931" sldId="332"/>
        </pc:sldMkLst>
      </pc:sldChg>
      <pc:sldChg chg="del">
        <pc:chgData name="Ramesh pal" userId="4914539deacfb271" providerId="LiveId" clId="{B93A1BF1-D799-4E74-AE02-F237C1FC06A3}" dt="2026-10-16T13:10:36.723" v="695" actId="47"/>
        <pc:sldMkLst>
          <pc:docMk/>
          <pc:sldMk cId="3758157997" sldId="342"/>
        </pc:sldMkLst>
      </pc:sldChg>
      <pc:sldChg chg="del">
        <pc:chgData name="Ramesh pal" userId="4914539deacfb271" providerId="LiveId" clId="{B93A1BF1-D799-4E74-AE02-F237C1FC06A3}" dt="2026-10-16T13:10:37.425" v="698" actId="47"/>
        <pc:sldMkLst>
          <pc:docMk/>
          <pc:sldMk cId="1690655525" sldId="343"/>
        </pc:sldMkLst>
      </pc:sldChg>
      <pc:sldChg chg="del">
        <pc:chgData name="Ramesh pal" userId="4914539deacfb271" providerId="LiveId" clId="{B93A1BF1-D799-4E74-AE02-F237C1FC06A3}" dt="2026-10-16T13:10:37.856" v="700" actId="47"/>
        <pc:sldMkLst>
          <pc:docMk/>
          <pc:sldMk cId="719519573" sldId="344"/>
        </pc:sldMkLst>
      </pc:sldChg>
      <pc:sldChg chg="del">
        <pc:chgData name="Ramesh pal" userId="4914539deacfb271" providerId="LiveId" clId="{B93A1BF1-D799-4E74-AE02-F237C1FC06A3}" dt="2026-10-16T13:10:38.859" v="705" actId="47"/>
        <pc:sldMkLst>
          <pc:docMk/>
          <pc:sldMk cId="3736402595" sldId="345"/>
        </pc:sldMkLst>
      </pc:sldChg>
      <pc:sldChg chg="delSp modSp mod">
        <pc:chgData name="Ramesh pal" userId="4914539deacfb271" providerId="LiveId" clId="{B93A1BF1-D799-4E74-AE02-F237C1FC06A3}" dt="2026-10-16T13:15:14.356" v="972" actId="1076"/>
        <pc:sldMkLst>
          <pc:docMk/>
          <pc:sldMk cId="3243099286" sldId="349"/>
        </pc:sldMkLst>
        <pc:spChg chg="mod">
          <ac:chgData name="Ramesh pal" userId="4914539deacfb271" providerId="LiveId" clId="{B93A1BF1-D799-4E74-AE02-F237C1FC06A3}" dt="2026-10-16T13:15:14.356" v="972" actId="1076"/>
          <ac:spMkLst>
            <pc:docMk/>
            <pc:sldMk cId="3243099286" sldId="349"/>
            <ac:spMk id="2" creationId="{7E39715D-7FAE-9592-57FA-EDBC7B65B962}"/>
          </ac:spMkLst>
        </pc:spChg>
        <pc:spChg chg="mod">
          <ac:chgData name="Ramesh pal" userId="4914539deacfb271" providerId="LiveId" clId="{B93A1BF1-D799-4E74-AE02-F237C1FC06A3}" dt="2026-10-16T13:14:41.382" v="964" actId="20577"/>
          <ac:spMkLst>
            <pc:docMk/>
            <pc:sldMk cId="3243099286" sldId="349"/>
            <ac:spMk id="3" creationId="{242EA182-0DAC-752A-8008-6A32CD3B5BC5}"/>
          </ac:spMkLst>
        </pc:spChg>
        <pc:spChg chg="mod">
          <ac:chgData name="Ramesh pal" userId="4914539deacfb271" providerId="LiveId" clId="{B93A1BF1-D799-4E74-AE02-F237C1FC06A3}" dt="2026-10-16T13:15:08.885" v="971" actId="14100"/>
          <ac:spMkLst>
            <pc:docMk/>
            <pc:sldMk cId="3243099286" sldId="349"/>
            <ac:spMk id="6" creationId="{A3441468-8322-1430-0562-37B0A76D3A52}"/>
          </ac:spMkLst>
        </pc:spChg>
        <pc:picChg chg="del">
          <ac:chgData name="Ramesh pal" userId="4914539deacfb271" providerId="LiveId" clId="{B93A1BF1-D799-4E74-AE02-F237C1FC06A3}" dt="2026-10-16T13:14:46.947" v="965" actId="478"/>
          <ac:picMkLst>
            <pc:docMk/>
            <pc:sldMk cId="3243099286" sldId="349"/>
            <ac:picMk id="9" creationId="{7E742262-9BDE-E5EE-E776-722CC9DEEB85}"/>
          </ac:picMkLst>
        </pc:picChg>
      </pc:sldChg>
      <pc:sldChg chg="del">
        <pc:chgData name="Ramesh pal" userId="4914539deacfb271" providerId="LiveId" clId="{B93A1BF1-D799-4E74-AE02-F237C1FC06A3}" dt="2026-10-16T13:10:35.332" v="690" actId="47"/>
        <pc:sldMkLst>
          <pc:docMk/>
          <pc:sldMk cId="4019618736" sldId="350"/>
        </pc:sldMkLst>
      </pc:sldChg>
      <pc:sldChg chg="modSp del mod">
        <pc:chgData name="Ramesh pal" userId="4914539deacfb271" providerId="LiveId" clId="{B93A1BF1-D799-4E74-AE02-F237C1FC06A3}" dt="2026-10-16T13:10:35.694" v="691" actId="47"/>
        <pc:sldMkLst>
          <pc:docMk/>
          <pc:sldMk cId="2248858200" sldId="351"/>
        </pc:sldMkLst>
      </pc:sldChg>
      <pc:sldChg chg="del">
        <pc:chgData name="Ramesh pal" userId="4914539deacfb271" providerId="LiveId" clId="{B93A1BF1-D799-4E74-AE02-F237C1FC06A3}" dt="2026-10-16T13:10:36.227" v="693" actId="47"/>
        <pc:sldMkLst>
          <pc:docMk/>
          <pc:sldMk cId="2224412796" sldId="352"/>
        </pc:sldMkLst>
      </pc:sldChg>
      <pc:sldChg chg="del">
        <pc:chgData name="Ramesh pal" userId="4914539deacfb271" providerId="LiveId" clId="{B93A1BF1-D799-4E74-AE02-F237C1FC06A3}" dt="2026-10-16T13:10:36.969" v="696" actId="47"/>
        <pc:sldMkLst>
          <pc:docMk/>
          <pc:sldMk cId="2144549532" sldId="353"/>
        </pc:sldMkLst>
      </pc:sldChg>
      <pc:sldChg chg="del">
        <pc:chgData name="Ramesh pal" userId="4914539deacfb271" providerId="LiveId" clId="{B93A1BF1-D799-4E74-AE02-F237C1FC06A3}" dt="2026-10-16T13:10:37.160" v="697" actId="47"/>
        <pc:sldMkLst>
          <pc:docMk/>
          <pc:sldMk cId="2533449183" sldId="354"/>
        </pc:sldMkLst>
      </pc:sldChg>
      <pc:sldChg chg="del">
        <pc:chgData name="Ramesh pal" userId="4914539deacfb271" providerId="LiveId" clId="{B93A1BF1-D799-4E74-AE02-F237C1FC06A3}" dt="2026-10-16T13:10:35.999" v="692" actId="47"/>
        <pc:sldMkLst>
          <pc:docMk/>
          <pc:sldMk cId="1493677614" sldId="355"/>
        </pc:sldMkLst>
      </pc:sldChg>
      <pc:sldChg chg="del">
        <pc:chgData name="Ramesh pal" userId="4914539deacfb271" providerId="LiveId" clId="{B93A1BF1-D799-4E74-AE02-F237C1FC06A3}" dt="2026-10-16T13:10:39.637" v="708" actId="47"/>
        <pc:sldMkLst>
          <pc:docMk/>
          <pc:sldMk cId="3550879123" sldId="356"/>
        </pc:sldMkLst>
      </pc:sldChg>
      <pc:sldChg chg="del">
        <pc:chgData name="Ramesh pal" userId="4914539deacfb271" providerId="LiveId" clId="{B93A1BF1-D799-4E74-AE02-F237C1FC06A3}" dt="2026-10-16T13:10:38.354" v="702" actId="47"/>
        <pc:sldMkLst>
          <pc:docMk/>
          <pc:sldMk cId="1809904666" sldId="360"/>
        </pc:sldMkLst>
      </pc:sldChg>
      <pc:sldChg chg="del">
        <pc:chgData name="Ramesh pal" userId="4914539deacfb271" providerId="LiveId" clId="{B93A1BF1-D799-4E74-AE02-F237C1FC06A3}" dt="2026-10-16T13:10:38.473" v="703" actId="47"/>
        <pc:sldMkLst>
          <pc:docMk/>
          <pc:sldMk cId="1055376140" sldId="361"/>
        </pc:sldMkLst>
      </pc:sldChg>
      <pc:sldChg chg="del">
        <pc:chgData name="Ramesh pal" userId="4914539deacfb271" providerId="LiveId" clId="{B93A1BF1-D799-4E74-AE02-F237C1FC06A3}" dt="2026-10-16T13:10:38.653" v="704" actId="47"/>
        <pc:sldMkLst>
          <pc:docMk/>
          <pc:sldMk cId="879960191" sldId="362"/>
        </pc:sldMkLst>
      </pc:sldChg>
      <pc:sldChg chg="del">
        <pc:chgData name="Ramesh pal" userId="4914539deacfb271" providerId="LiveId" clId="{B93A1BF1-D799-4E74-AE02-F237C1FC06A3}" dt="2026-10-16T13:10:38.108" v="701" actId="47"/>
        <pc:sldMkLst>
          <pc:docMk/>
          <pc:sldMk cId="3740932673" sldId="363"/>
        </pc:sldMkLst>
      </pc:sldChg>
      <pc:sldChg chg="del">
        <pc:chgData name="Ramesh pal" userId="4914539deacfb271" providerId="LiveId" clId="{B93A1BF1-D799-4E74-AE02-F237C1FC06A3}" dt="2026-10-16T13:10:42.708" v="722" actId="47"/>
        <pc:sldMkLst>
          <pc:docMk/>
          <pc:sldMk cId="1369329889" sldId="365"/>
        </pc:sldMkLst>
      </pc:sldChg>
      <pc:sldChg chg="modSp del mod">
        <pc:chgData name="Ramesh pal" userId="4914539deacfb271" providerId="LiveId" clId="{B93A1BF1-D799-4E74-AE02-F237C1FC06A3}" dt="2026-10-16T13:10:37.566" v="699" actId="47"/>
        <pc:sldMkLst>
          <pc:docMk/>
          <pc:sldMk cId="624429310" sldId="366"/>
        </pc:sldMkLst>
      </pc:sldChg>
      <pc:sldChg chg="del">
        <pc:chgData name="Ramesh pal" userId="4914539deacfb271" providerId="LiveId" clId="{B93A1BF1-D799-4E74-AE02-F237C1FC06A3}" dt="2026-10-16T13:10:34.971" v="689" actId="47"/>
        <pc:sldMkLst>
          <pc:docMk/>
          <pc:sldMk cId="2469190668" sldId="367"/>
        </pc:sldMkLst>
      </pc:sldChg>
      <pc:sldChg chg="del">
        <pc:chgData name="Ramesh pal" userId="4914539deacfb271" providerId="LiveId" clId="{B93A1BF1-D799-4E74-AE02-F237C1FC06A3}" dt="2026-10-16T13:10:39.084" v="706" actId="47"/>
        <pc:sldMkLst>
          <pc:docMk/>
          <pc:sldMk cId="3144400739" sldId="368"/>
        </pc:sldMkLst>
      </pc:sldChg>
      <pc:sldChg chg="del">
        <pc:chgData name="Ramesh pal" userId="4914539deacfb271" providerId="LiveId" clId="{B93A1BF1-D799-4E74-AE02-F237C1FC06A3}" dt="2026-10-16T13:10:41.811" v="718" actId="47"/>
        <pc:sldMkLst>
          <pc:docMk/>
          <pc:sldMk cId="3258516679" sldId="369"/>
        </pc:sldMkLst>
      </pc:sldChg>
      <pc:sldChg chg="del">
        <pc:chgData name="Ramesh pal" userId="4914539deacfb271" providerId="LiveId" clId="{B93A1BF1-D799-4E74-AE02-F237C1FC06A3}" dt="2026-10-16T13:10:43.840" v="727" actId="47"/>
        <pc:sldMkLst>
          <pc:docMk/>
          <pc:sldMk cId="853102481" sldId="370"/>
        </pc:sldMkLst>
      </pc:sldChg>
      <pc:sldChg chg="del">
        <pc:chgData name="Ramesh pal" userId="4914539deacfb271" providerId="LiveId" clId="{B93A1BF1-D799-4E74-AE02-F237C1FC06A3}" dt="2026-10-16T13:10:44.077" v="728" actId="47"/>
        <pc:sldMkLst>
          <pc:docMk/>
          <pc:sldMk cId="2541994905" sldId="371"/>
        </pc:sldMkLst>
      </pc:sldChg>
      <pc:sldChg chg="del">
        <pc:chgData name="Ramesh pal" userId="4914539deacfb271" providerId="LiveId" clId="{B93A1BF1-D799-4E74-AE02-F237C1FC06A3}" dt="2026-10-16T13:10:44.597" v="730" actId="47"/>
        <pc:sldMkLst>
          <pc:docMk/>
          <pc:sldMk cId="1859515915" sldId="372"/>
        </pc:sldMkLst>
      </pc:sldChg>
      <pc:sldChg chg="del">
        <pc:chgData name="Ramesh pal" userId="4914539deacfb271" providerId="LiveId" clId="{B93A1BF1-D799-4E74-AE02-F237C1FC06A3}" dt="2026-10-16T13:10:44.327" v="729" actId="47"/>
        <pc:sldMkLst>
          <pc:docMk/>
          <pc:sldMk cId="378507400" sldId="373"/>
        </pc:sldMkLst>
      </pc:sldChg>
      <pc:sldChg chg="del">
        <pc:chgData name="Ramesh pal" userId="4914539deacfb271" providerId="LiveId" clId="{B93A1BF1-D799-4E74-AE02-F237C1FC06A3}" dt="2026-10-16T13:10:44.752" v="731" actId="47"/>
        <pc:sldMkLst>
          <pc:docMk/>
          <pc:sldMk cId="2206981039" sldId="375"/>
        </pc:sldMkLst>
      </pc:sldChg>
      <pc:sldChg chg="del">
        <pc:chgData name="Ramesh pal" userId="4914539deacfb271" providerId="LiveId" clId="{B93A1BF1-D799-4E74-AE02-F237C1FC06A3}" dt="2026-10-16T13:10:44.956" v="732" actId="47"/>
        <pc:sldMkLst>
          <pc:docMk/>
          <pc:sldMk cId="2049405112" sldId="376"/>
        </pc:sldMkLst>
      </pc:sldChg>
      <pc:sldChg chg="del">
        <pc:chgData name="Ramesh pal" userId="4914539deacfb271" providerId="LiveId" clId="{B93A1BF1-D799-4E74-AE02-F237C1FC06A3}" dt="2026-10-16T13:10:45.182" v="733" actId="47"/>
        <pc:sldMkLst>
          <pc:docMk/>
          <pc:sldMk cId="2502676623" sldId="377"/>
        </pc:sldMkLst>
      </pc:sldChg>
      <pc:sldChg chg="del">
        <pc:chgData name="Ramesh pal" userId="4914539deacfb271" providerId="LiveId" clId="{B93A1BF1-D799-4E74-AE02-F237C1FC06A3}" dt="2026-10-16T13:10:45.493" v="734" actId="47"/>
        <pc:sldMkLst>
          <pc:docMk/>
          <pc:sldMk cId="3915408395" sldId="378"/>
        </pc:sldMkLst>
      </pc:sldChg>
      <pc:sldChg chg="del">
        <pc:chgData name="Ramesh pal" userId="4914539deacfb271" providerId="LiveId" clId="{B93A1BF1-D799-4E74-AE02-F237C1FC06A3}" dt="2026-10-16T13:10:46.855" v="739" actId="47"/>
        <pc:sldMkLst>
          <pc:docMk/>
          <pc:sldMk cId="3691617484" sldId="380"/>
        </pc:sldMkLst>
      </pc:sldChg>
      <pc:sldChg chg="del">
        <pc:chgData name="Ramesh pal" userId="4914539deacfb271" providerId="LiveId" clId="{B93A1BF1-D799-4E74-AE02-F237C1FC06A3}" dt="2026-10-16T13:10:45.609" v="735" actId="47"/>
        <pc:sldMkLst>
          <pc:docMk/>
          <pc:sldMk cId="2415016655" sldId="381"/>
        </pc:sldMkLst>
      </pc:sldChg>
      <pc:sldChg chg="del">
        <pc:chgData name="Ramesh pal" userId="4914539deacfb271" providerId="LiveId" clId="{B93A1BF1-D799-4E74-AE02-F237C1FC06A3}" dt="2026-10-16T13:10:45.843" v="736" actId="47"/>
        <pc:sldMkLst>
          <pc:docMk/>
          <pc:sldMk cId="1407848931" sldId="382"/>
        </pc:sldMkLst>
      </pc:sldChg>
      <pc:sldChg chg="del">
        <pc:chgData name="Ramesh pal" userId="4914539deacfb271" providerId="LiveId" clId="{B93A1BF1-D799-4E74-AE02-F237C1FC06A3}" dt="2026-10-16T13:10:46.334" v="737" actId="47"/>
        <pc:sldMkLst>
          <pc:docMk/>
          <pc:sldMk cId="609306358" sldId="383"/>
        </pc:sldMkLst>
      </pc:sldChg>
      <pc:sldChg chg="del">
        <pc:chgData name="Ramesh pal" userId="4914539deacfb271" providerId="LiveId" clId="{B93A1BF1-D799-4E74-AE02-F237C1FC06A3}" dt="2026-10-16T13:10:46.573" v="738" actId="47"/>
        <pc:sldMkLst>
          <pc:docMk/>
          <pc:sldMk cId="2579627565" sldId="385"/>
        </pc:sldMkLst>
      </pc:sldChg>
      <pc:sldChg chg="del">
        <pc:chgData name="Ramesh pal" userId="4914539deacfb271" providerId="LiveId" clId="{B93A1BF1-D799-4E74-AE02-F237C1FC06A3}" dt="2026-10-16T13:10:26.708" v="681" actId="47"/>
        <pc:sldMkLst>
          <pc:docMk/>
          <pc:sldMk cId="3039424998" sldId="387"/>
        </pc:sldMkLst>
      </pc:sldChg>
      <pc:sldChg chg="del">
        <pc:chgData name="Ramesh pal" userId="4914539deacfb271" providerId="LiveId" clId="{B93A1BF1-D799-4E74-AE02-F237C1FC06A3}" dt="2026-10-16T13:10:31.265" v="683" actId="47"/>
        <pc:sldMkLst>
          <pc:docMk/>
          <pc:sldMk cId="2960870835" sldId="388"/>
        </pc:sldMkLst>
      </pc:sldChg>
      <pc:sldChg chg="new del">
        <pc:chgData name="Ramesh pal" userId="4914539deacfb271" providerId="LiveId" clId="{B93A1BF1-D799-4E74-AE02-F237C1FC06A3}" dt="2026-06-07T07:21:39.499" v="3" actId="680"/>
        <pc:sldMkLst>
          <pc:docMk/>
          <pc:sldMk cId="3043243995" sldId="389"/>
        </pc:sldMkLst>
      </pc:sldChg>
      <pc:sldChg chg="addSp delSp modSp add del mod delAnim modAnim">
        <pc:chgData name="Ramesh pal" userId="4914539deacfb271" providerId="LiveId" clId="{B93A1BF1-D799-4E74-AE02-F237C1FC06A3}" dt="2026-10-16T13:10:27.636" v="682" actId="47"/>
        <pc:sldMkLst>
          <pc:docMk/>
          <pc:sldMk cId="3875050619" sldId="389"/>
        </pc:sldMkLst>
      </pc:sldChg>
      <pc:sldChg chg="addSp delSp modSp add mod setBg modAnim">
        <pc:chgData name="Ramesh pal" userId="4914539deacfb271" providerId="LiveId" clId="{B93A1BF1-D799-4E74-AE02-F237C1FC06A3}" dt="2026-10-16T13:13:59.261" v="934"/>
        <pc:sldMkLst>
          <pc:docMk/>
          <pc:sldMk cId="950047727" sldId="390"/>
        </pc:sldMkLst>
        <pc:spChg chg="mod">
          <ac:chgData name="Ramesh pal" userId="4914539deacfb271" providerId="LiveId" clId="{B93A1BF1-D799-4E74-AE02-F237C1FC06A3}" dt="2026-10-16T13:11:44.532" v="763" actId="1076"/>
          <ac:spMkLst>
            <pc:docMk/>
            <pc:sldMk cId="950047727" sldId="390"/>
            <ac:spMk id="3" creationId="{62E8D2DD-29EF-3059-A8FC-89C21DB00FA8}"/>
          </ac:spMkLst>
        </pc:spChg>
        <pc:spChg chg="mod">
          <ac:chgData name="Ramesh pal" userId="4914539deacfb271" providerId="LiveId" clId="{B93A1BF1-D799-4E74-AE02-F237C1FC06A3}" dt="2026-10-16T13:11:29.701" v="762" actId="20577"/>
          <ac:spMkLst>
            <pc:docMk/>
            <pc:sldMk cId="950047727" sldId="390"/>
            <ac:spMk id="4" creationId="{985953A6-34A1-B1CF-3923-1A8A5CB27969}"/>
          </ac:spMkLst>
        </pc:spChg>
      </pc:sldChg>
      <pc:sldChg chg="new del">
        <pc:chgData name="Ramesh pal" userId="4914539deacfb271" providerId="LiveId" clId="{B93A1BF1-D799-4E74-AE02-F237C1FC06A3}" dt="2026-06-07T07:28:37.624" v="69" actId="680"/>
        <pc:sldMkLst>
          <pc:docMk/>
          <pc:sldMk cId="1188960935" sldId="390"/>
        </pc:sldMkLst>
      </pc:sldChg>
      <pc:sldChg chg="addSp delSp modSp new mod">
        <pc:chgData name="Ramesh pal" userId="4914539deacfb271" providerId="LiveId" clId="{B93A1BF1-D799-4E74-AE02-F237C1FC06A3}" dt="2026-10-16T13:42:50.320" v="1048" actId="20577"/>
        <pc:sldMkLst>
          <pc:docMk/>
          <pc:sldMk cId="1635200003" sldId="391"/>
        </pc:sldMkLst>
        <pc:spChg chg="add del">
          <ac:chgData name="Ramesh pal" userId="4914539deacfb271" providerId="LiveId" clId="{B93A1BF1-D799-4E74-AE02-F237C1FC06A3}" dt="2026-10-16T13:22:47.523" v="978" actId="478"/>
          <ac:spMkLst>
            <pc:docMk/>
            <pc:sldMk cId="1635200003" sldId="391"/>
            <ac:spMk id="2" creationId="{FDABB54D-2670-B3A8-4418-A9FF73C0E161}"/>
          </ac:spMkLst>
        </pc:spChg>
        <pc:spChg chg="add del">
          <ac:chgData name="Ramesh pal" userId="4914539deacfb271" providerId="LiveId" clId="{B93A1BF1-D799-4E74-AE02-F237C1FC06A3}" dt="2026-10-16T13:22:48.542" v="979" actId="478"/>
          <ac:spMkLst>
            <pc:docMk/>
            <pc:sldMk cId="1635200003" sldId="391"/>
            <ac:spMk id="3" creationId="{F29E3766-B076-2D8D-5E74-31591C6A3B73}"/>
          </ac:spMkLst>
        </pc:spChg>
        <pc:spChg chg="add mod">
          <ac:chgData name="Ramesh pal" userId="4914539deacfb271" providerId="LiveId" clId="{B93A1BF1-D799-4E74-AE02-F237C1FC06A3}" dt="2026-10-16T13:22:21.864" v="975"/>
          <ac:spMkLst>
            <pc:docMk/>
            <pc:sldMk cId="1635200003" sldId="391"/>
            <ac:spMk id="4" creationId="{2D1E6A1A-CF56-CD38-062B-1F42F25DD96F}"/>
          </ac:spMkLst>
        </pc:spChg>
        <pc:spChg chg="add mod">
          <ac:chgData name="Ramesh pal" userId="4914539deacfb271" providerId="LiveId" clId="{B93A1BF1-D799-4E74-AE02-F237C1FC06A3}" dt="2026-10-16T13:22:43.348" v="977"/>
          <ac:spMkLst>
            <pc:docMk/>
            <pc:sldMk cId="1635200003" sldId="391"/>
            <ac:spMk id="5" creationId="{DCC9D9C7-4C47-D382-D678-FB0E07B63293}"/>
          </ac:spMkLst>
        </pc:spChg>
        <pc:spChg chg="add">
          <ac:chgData name="Ramesh pal" userId="4914539deacfb271" providerId="LiveId" clId="{B93A1BF1-D799-4E74-AE02-F237C1FC06A3}" dt="2026-10-16T13:23:16.987" v="980"/>
          <ac:spMkLst>
            <pc:docMk/>
            <pc:sldMk cId="1635200003" sldId="391"/>
            <ac:spMk id="6" creationId="{24C6DA29-E2BD-75EA-0683-7FAA46260BE6}"/>
          </ac:spMkLst>
        </pc:spChg>
        <pc:spChg chg="add mod">
          <ac:chgData name="Ramesh pal" userId="4914539deacfb271" providerId="LiveId" clId="{B93A1BF1-D799-4E74-AE02-F237C1FC06A3}" dt="2026-10-16T13:42:45.970" v="1047" actId="20577"/>
          <ac:spMkLst>
            <pc:docMk/>
            <pc:sldMk cId="1635200003" sldId="391"/>
            <ac:spMk id="8" creationId="{AA18D635-3BBD-28E3-60F2-C2BF92850DEC}"/>
          </ac:spMkLst>
        </pc:spChg>
        <pc:spChg chg="add mod">
          <ac:chgData name="Ramesh pal" userId="4914539deacfb271" providerId="LiveId" clId="{B93A1BF1-D799-4E74-AE02-F237C1FC06A3}" dt="2026-10-16T13:42:50.320" v="1048" actId="20577"/>
          <ac:spMkLst>
            <pc:docMk/>
            <pc:sldMk cId="1635200003" sldId="391"/>
            <ac:spMk id="10" creationId="{4EF4F251-302B-3F77-84C9-BFFB478CD3AC}"/>
          </ac:spMkLst>
        </pc:spChg>
      </pc:sldChg>
      <pc:sldChg chg="addSp modSp new mod">
        <pc:chgData name="Ramesh pal" userId="4914539deacfb271" providerId="LiveId" clId="{B93A1BF1-D799-4E74-AE02-F237C1FC06A3}" dt="2026-10-16T13:40:24.810" v="1024" actId="1076"/>
        <pc:sldMkLst>
          <pc:docMk/>
          <pc:sldMk cId="2535156980" sldId="392"/>
        </pc:sldMkLst>
        <pc:spChg chg="add">
          <ac:chgData name="Ramesh pal" userId="4914539deacfb271" providerId="LiveId" clId="{B93A1BF1-D799-4E74-AE02-F237C1FC06A3}" dt="2026-10-16T13:38:04.630" v="992"/>
          <ac:spMkLst>
            <pc:docMk/>
            <pc:sldMk cId="2535156980" sldId="392"/>
            <ac:spMk id="2" creationId="{0CFE603E-5C68-D258-B105-C9B19C378110}"/>
          </ac:spMkLst>
        </pc:spChg>
        <pc:spChg chg="add">
          <ac:chgData name="Ramesh pal" userId="4914539deacfb271" providerId="LiveId" clId="{B93A1BF1-D799-4E74-AE02-F237C1FC06A3}" dt="2026-10-16T13:38:09.946" v="993"/>
          <ac:spMkLst>
            <pc:docMk/>
            <pc:sldMk cId="2535156980" sldId="392"/>
            <ac:spMk id="3" creationId="{B4FFA17B-D171-0BD2-5B87-511336145D25}"/>
          </ac:spMkLst>
        </pc:spChg>
        <pc:spChg chg="add mod">
          <ac:chgData name="Ramesh pal" userId="4914539deacfb271" providerId="LiveId" clId="{B93A1BF1-D799-4E74-AE02-F237C1FC06A3}" dt="2026-10-16T13:40:24.810" v="1024" actId="1076"/>
          <ac:spMkLst>
            <pc:docMk/>
            <pc:sldMk cId="2535156980" sldId="392"/>
            <ac:spMk id="4" creationId="{39AFB6DD-C94D-7185-732E-23BE97F73FAB}"/>
          </ac:spMkLst>
        </pc:spChg>
        <pc:spChg chg="add mod">
          <ac:chgData name="Ramesh pal" userId="4914539deacfb271" providerId="LiveId" clId="{B93A1BF1-D799-4E74-AE02-F237C1FC06A3}" dt="2026-10-16T13:40:04.749" v="1019" actId="255"/>
          <ac:spMkLst>
            <pc:docMk/>
            <pc:sldMk cId="2535156980" sldId="392"/>
            <ac:spMk id="6" creationId="{A3AC1BBD-E8A3-8539-D479-A79F39CF5E14}"/>
          </ac:spMkLst>
        </pc:spChg>
      </pc:sldChg>
      <pc:sldChg chg="addSp modSp new mod">
        <pc:chgData name="Ramesh pal" userId="4914539deacfb271" providerId="LiveId" clId="{B93A1BF1-D799-4E74-AE02-F237C1FC06A3}" dt="2026-10-16T13:41:14.028" v="1032" actId="14100"/>
        <pc:sldMkLst>
          <pc:docMk/>
          <pc:sldMk cId="1944451787" sldId="393"/>
        </pc:sldMkLst>
        <pc:spChg chg="add mod">
          <ac:chgData name="Ramesh pal" userId="4914539deacfb271" providerId="LiveId" clId="{B93A1BF1-D799-4E74-AE02-F237C1FC06A3}" dt="2026-10-16T13:41:14.028" v="1032" actId="14100"/>
          <ac:spMkLst>
            <pc:docMk/>
            <pc:sldMk cId="1944451787" sldId="393"/>
            <ac:spMk id="3" creationId="{B792326D-5D9F-0206-D99F-AE78C1D359C4}"/>
          </ac:spMkLst>
        </pc:spChg>
      </pc:sldChg>
      <pc:sldChg chg="addSp modSp new mod">
        <pc:chgData name="Ramesh pal" userId="4914539deacfb271" providerId="LiveId" clId="{B93A1BF1-D799-4E74-AE02-F237C1FC06A3}" dt="2026-10-16T13:42:24.118" v="1043" actId="20577"/>
        <pc:sldMkLst>
          <pc:docMk/>
          <pc:sldMk cId="699423866" sldId="394"/>
        </pc:sldMkLst>
        <pc:spChg chg="add mod">
          <ac:chgData name="Ramesh pal" userId="4914539deacfb271" providerId="LiveId" clId="{B93A1BF1-D799-4E74-AE02-F237C1FC06A3}" dt="2026-10-16T13:42:24.118" v="1043" actId="20577"/>
          <ac:spMkLst>
            <pc:docMk/>
            <pc:sldMk cId="699423866" sldId="394"/>
            <ac:spMk id="3" creationId="{909BEC7F-4609-8E81-F425-9C88235F89B6}"/>
          </ac:spMkLst>
        </pc:spChg>
      </pc:sldChg>
      <pc:sldChg chg="addSp modSp new mod">
        <pc:chgData name="Ramesh pal" userId="4914539deacfb271" providerId="LiveId" clId="{B93A1BF1-D799-4E74-AE02-F237C1FC06A3}" dt="2026-10-16T13:55:18.632" v="1067" actId="1076"/>
        <pc:sldMkLst>
          <pc:docMk/>
          <pc:sldMk cId="4171139757" sldId="395"/>
        </pc:sldMkLst>
        <pc:spChg chg="add mod">
          <ac:chgData name="Ramesh pal" userId="4914539deacfb271" providerId="LiveId" clId="{B93A1BF1-D799-4E74-AE02-F237C1FC06A3}" dt="2026-10-16T13:55:18.632" v="1067" actId="1076"/>
          <ac:spMkLst>
            <pc:docMk/>
            <pc:sldMk cId="4171139757" sldId="395"/>
            <ac:spMk id="3" creationId="{1DA2EAA4-B05B-0F22-9A83-30CC5EF27587}"/>
          </ac:spMkLst>
        </pc:spChg>
      </pc:sldChg>
      <pc:sldMasterChg chg="setBg modSldLayout">
        <pc:chgData name="Ramesh pal" userId="4914539deacfb271" providerId="LiveId" clId="{B93A1BF1-D799-4E74-AE02-F237C1FC06A3}" dt="2026-10-16T13:13:59.261" v="934"/>
        <pc:sldMasterMkLst>
          <pc:docMk/>
          <pc:sldMasterMk cId="3994577434" sldId="2147483648"/>
        </pc:sldMasterMkLst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3713405659" sldId="2147483649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1239613224" sldId="2147483650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2561819224" sldId="2147483651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1832123384" sldId="2147483652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2804285043" sldId="2147483653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3081269991" sldId="2147483654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2818669919" sldId="2147483655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1781376371" sldId="2147483656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2141872585" sldId="2147483657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3117135857" sldId="2147483658"/>
          </pc:sldLayoutMkLst>
        </pc:sldLayoutChg>
        <pc:sldLayoutChg chg="setBg">
          <pc:chgData name="Ramesh pal" userId="4914539deacfb271" providerId="LiveId" clId="{B93A1BF1-D799-4E74-AE02-F237C1FC06A3}" dt="2026-10-16T13:13:59.261" v="934"/>
          <pc:sldLayoutMkLst>
            <pc:docMk/>
            <pc:sldMasterMk cId="3994577434" sldId="2147483648"/>
            <pc:sldLayoutMk cId="400386846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51CE5-A1D1-4C8C-BCB1-80AD4AA409F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1C0FA-F487-41F3-A07E-E1A5E3ECD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21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ABD0-467E-4B45-2BAA-30009E3A2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3B9C8-C9FF-76A5-2967-B1EDE587D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B23F-544D-4BB4-8AD9-BB48C8A9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414E4-B96B-3B72-0D58-50DCAEE3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0A57-F1F7-138C-8BBF-ABA7B29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40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7910-B24B-F051-5A3E-F4D8982C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D3A2-E596-C63B-B8D2-939C59D7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506C9-192B-4EB1-93AC-29D93000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AA37E-9B36-BDC4-7C61-FD163B6A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DDFDB-385B-62A6-6148-99C5310C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61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212D-04C4-5D76-C3B2-4A3931CD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3E8E-C322-1D41-FBC8-66C688D2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4FE52-CD43-6065-C6B0-223A23F7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14B75-A41E-8428-011F-377CF1A8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7769E-B780-6016-CE64-EFBF2DEB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1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EBA8-BDF5-2127-CBDA-96A005B7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025F-30A5-4734-52B9-65F28FC4F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EDF93-0DA7-6A16-C069-06B7130DD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3FEB9-34BE-F07F-E413-31F8232A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A9603-E4A8-47C6-03BD-E1595EE6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4EFBC-DE45-4962-0973-F2CD13F5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12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8AED-6CF1-822B-730F-780343DC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00ACD-F123-7251-F6D2-B32546B79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EF6A6-A725-A7A7-D5ED-9BA117DA4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40F84-5E76-5E46-2104-B3BB40B30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CA96F-E083-AFB2-CE31-D1C574D3F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157E-2AA6-DBC1-4834-BEDB1CDA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C43F1-2531-D454-F3E4-ACBA19AD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D6DE3-5824-9703-01A1-BAA8E9CD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8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63FE-10D4-149A-55F7-FEEFAAD2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66EA8-36BF-CC91-2962-B8BA7197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BD7F9-F50E-3B5D-B2FC-66C5A3CB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094AD-4FA6-7170-67C7-60AC55D6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9959C-A744-F4AD-C40E-9803F6AA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53755-CDB1-C484-A813-0F1E8330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9E0FA-6066-2095-1B8D-CEC65574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66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93AB-7205-E2E5-127C-91D886FF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3365F-DB63-26ED-C4D8-63D3467C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F8EF5-7CD3-866C-0C76-907EAE2FF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0016B-723B-ECB3-289C-A3AA5DEC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B37C7-ABCA-FA0C-289F-FE59CA5D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9003C-1DA4-3EF2-DEB5-39335516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7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2D74-46FA-F38E-4C78-80089D61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C507B-339E-D63E-610F-D6F6165BB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96FB-B396-1D9A-F929-439D6E23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365B6-3713-9D12-E8B9-3A111FB8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D334D-4DAA-263E-C434-7806DE3C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3F9B4-F408-F016-70A8-CDD2DA66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7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525A-D745-0CD8-FB77-CFE4D6E1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DD2D3-CFDB-9247-CAB2-4AB9A2F77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0C884-F5D5-C036-68E0-B1D48E5F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2061-037E-325E-DDD4-44BF382F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EEAE-13AF-5B9E-442E-5C0BE549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3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7D40B-EEEA-8FD9-5149-4F62BDED3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501DA-5DF4-0DAF-4E14-0CF5FC093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54E1-2BFB-0E74-DD2E-251C27A9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A802-C317-4146-BDE9-57BC81A75B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6E18F-4FB5-CD01-FC61-955A354B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47C09-1E03-38D0-B73C-FF14E551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4B2B-3B0C-42C3-A016-6A3528549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86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2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82C1-FB94-7587-525B-2A6CDD80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830-7995-58C7-2C67-ABBDEDF76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3213F-1C01-18C3-3812-30D39EB82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01A802-C317-4146-BDE9-57BC81A75B50}" type="datetimeFigureOut">
              <a:rPr lang="en-IN" smtClean="0"/>
              <a:pPr/>
              <a:t>16-10-2026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BF2DA-5952-91BF-117F-EF8088A3A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1A41-D140-0A20-6413-7E0F4D1D3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44B2B-3B0C-42C3-A016-6A352854927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57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218E-5492-B152-4858-BADF8BA5A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7F7D673-45F8-0F23-1EF1-F9DA78E30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56" y="1425527"/>
            <a:ext cx="4742606" cy="46896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BBCCB3-E099-A977-80BC-DE2CF89F244D}"/>
              </a:ext>
            </a:extLst>
          </p:cNvPr>
          <p:cNvSpPr txBox="1">
            <a:spLocks/>
          </p:cNvSpPr>
          <p:nvPr/>
        </p:nvSpPr>
        <p:spPr>
          <a:xfrm>
            <a:off x="-227419" y="1524001"/>
            <a:ext cx="10515600" cy="602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en-IN" sz="4000" b="1" dirty="0">
              <a:solidFill>
                <a:srgbClr val="10AEC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8D2DD-29EF-3059-A8FC-89C21DB00FA8}"/>
              </a:ext>
            </a:extLst>
          </p:cNvPr>
          <p:cNvSpPr txBox="1"/>
          <p:nvPr/>
        </p:nvSpPr>
        <p:spPr>
          <a:xfrm>
            <a:off x="1333139" y="316678"/>
            <a:ext cx="66151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WELCOME TO RAMESH PAL TRADING ACADEMY</a:t>
            </a:r>
            <a:endParaRPr lang="en-IN" sz="2800" b="1" dirty="0">
              <a:solidFill>
                <a:schemeClr val="bg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5953A6-34A1-B1CF-3923-1A8A5CB27969}"/>
              </a:ext>
            </a:extLst>
          </p:cNvPr>
          <p:cNvSpPr txBox="1">
            <a:spLocks/>
          </p:cNvSpPr>
          <p:nvPr/>
        </p:nvSpPr>
        <p:spPr>
          <a:xfrm>
            <a:off x="257907" y="1322366"/>
            <a:ext cx="7047913" cy="4495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latin typeface="Calibri (Body)"/>
                <a:ea typeface="Lato" panose="020F0502020204030203" pitchFamily="34" charset="0"/>
                <a:cs typeface="Arial" panose="020B0604020202020204" pitchFamily="34" charset="0"/>
              </a:rPr>
              <a:t>                                </a:t>
            </a:r>
            <a:r>
              <a:rPr lang="en-US" altLang="en-US" sz="2000" dirty="0">
                <a:latin typeface="Calibri (Body)"/>
                <a:cs typeface="Arial" panose="020B0604020202020204" pitchFamily="34" charset="0"/>
              </a:rPr>
              <a:t>   </a:t>
            </a:r>
            <a:r>
              <a:rPr lang="en-US" altLang="en-US" sz="2500" b="1" dirty="0">
                <a:latin typeface="Calibri (Body)"/>
                <a:cs typeface="Arial" panose="020B0604020202020204" pitchFamily="34" charset="0"/>
              </a:rPr>
              <a:t>About the Mentor: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en-US" sz="2500" b="1" dirty="0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Name:       </a:t>
            </a:r>
            <a:r>
              <a:rPr lang="en-US" altLang="en-US" sz="2500" dirty="0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Ramesh Pal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en-US" sz="2500" b="1" dirty="0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Education: </a:t>
            </a:r>
            <a:r>
              <a:rPr lang="en-US" altLang="en-US" sz="2200" dirty="0" err="1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Bsc</a:t>
            </a:r>
            <a:r>
              <a:rPr lang="en-US" altLang="en-US" sz="2200" dirty="0">
                <a:solidFill>
                  <a:srgbClr val="000000"/>
                </a:solidFill>
                <a:latin typeface="Calibri (Body)"/>
                <a:cs typeface="Arial" panose="020B0604020202020204" pitchFamily="34" charset="0"/>
              </a:rPr>
              <a:t>. Economics honors, MA economics(Topper),MBA finance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b="1" dirty="0">
                <a:latin typeface="Calibri (Body)"/>
              </a:rPr>
              <a:t>Expertise</a:t>
            </a:r>
            <a:r>
              <a:rPr lang="en-IN" sz="2400" dirty="0">
                <a:latin typeface="Calibri (Body)"/>
              </a:rPr>
              <a:t>: </a:t>
            </a:r>
            <a:r>
              <a:rPr lang="en-IN" sz="2200" dirty="0">
                <a:latin typeface="Calibri (Body)"/>
              </a:rPr>
              <a:t>Trader Since last 7+ Years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b="1" dirty="0">
                <a:latin typeface="Calibri (Body)"/>
              </a:rPr>
              <a:t>Certifications</a:t>
            </a:r>
            <a:r>
              <a:rPr lang="en-IN" sz="2400" b="1" dirty="0">
                <a:latin typeface="Calibri (Body)"/>
              </a:rPr>
              <a:t>: </a:t>
            </a:r>
            <a:r>
              <a:rPr lang="en-IN" sz="2200" dirty="0">
                <a:latin typeface="Calibri (Body)"/>
              </a:rPr>
              <a:t>SEBI Registered Research Analyst(INH000021395) , NISM Certified (NISM VIII-Equity Derivatives , NISM XV- Research Analyst, NISM VA- Mutual fund Distributor, NISM- Sebi investor Awareness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altLang="en-US" sz="2500" dirty="0">
              <a:solidFill>
                <a:srgbClr val="000000"/>
              </a:solidFill>
              <a:latin typeface="Calibri (Body)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altLang="en-US" sz="2500" dirty="0">
              <a:solidFill>
                <a:srgbClr val="000000"/>
              </a:solidFill>
              <a:latin typeface="Calibri (Body)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altLang="en-US" sz="2500" b="1" dirty="0">
              <a:solidFill>
                <a:srgbClr val="000000"/>
              </a:solidFill>
              <a:latin typeface="Calibri (Body)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en-US" sz="2000" dirty="0">
                <a:latin typeface="Calibri (Body)"/>
                <a:cs typeface="Arial" panose="020B0604020202020204" pitchFamily="34" charset="0"/>
              </a:rPr>
              <a:t>    </a:t>
            </a:r>
            <a:endParaRPr lang="en-IN" sz="2000" dirty="0">
              <a:latin typeface="Calibri (Body)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04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441468-8322-1430-0562-37B0A76D3A52}"/>
              </a:ext>
            </a:extLst>
          </p:cNvPr>
          <p:cNvSpPr/>
          <p:nvPr/>
        </p:nvSpPr>
        <p:spPr>
          <a:xfrm>
            <a:off x="801858" y="1274659"/>
            <a:ext cx="9819249" cy="461151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Equity Market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Demat Account &amp; Trading Software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Fundamental Analysis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Technical Analysis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Derivative Market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Commodity Market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Intraday Trading Techniques &amp; Strategies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Mutual Funds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Trading Psychology , Risk Management &amp; Emotional Control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Weekly revision (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QnA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, Doubt Clearance Session 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Trading Support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39715D-7FAE-9592-57FA-EDBC7B65B962}"/>
              </a:ext>
            </a:extLst>
          </p:cNvPr>
          <p:cNvSpPr/>
          <p:nvPr/>
        </p:nvSpPr>
        <p:spPr>
          <a:xfrm>
            <a:off x="4121455" y="2111478"/>
            <a:ext cx="3470787" cy="131752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1 month( additional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2 months for practice and revision sessions)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EA182-0DAC-752A-8008-6A32CD3B5BC5}"/>
              </a:ext>
            </a:extLst>
          </p:cNvPr>
          <p:cNvSpPr txBox="1"/>
          <p:nvPr/>
        </p:nvSpPr>
        <p:spPr>
          <a:xfrm>
            <a:off x="916858" y="383957"/>
            <a:ext cx="827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RAMESH TRADING ACADEMY OFFERS</a:t>
            </a:r>
            <a:endParaRPr lang="en-IN" sz="3200" b="1" dirty="0">
              <a:solidFill>
                <a:schemeClr val="bg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09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18D635-3BBD-28E3-60F2-C2BF92850DEC}"/>
              </a:ext>
            </a:extLst>
          </p:cNvPr>
          <p:cNvSpPr txBox="1"/>
          <p:nvPr/>
        </p:nvSpPr>
        <p:spPr>
          <a:xfrm>
            <a:off x="126610" y="0"/>
            <a:ext cx="8781756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Module 1: Equity Market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Introduction to Stock Markets</a:t>
            </a:r>
            <a:r>
              <a:rPr lang="en-US" dirty="0"/>
              <a:t>: What is a stock? Understanding primary markets (IPOs) vs. secondary markets (NSE, BSE).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Participants</a:t>
            </a:r>
            <a:r>
              <a:rPr lang="en-US" dirty="0"/>
              <a:t>: Roles of stockbrokers, institutional investors, retail investors, and market makers.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Indices &amp; Benchmarks</a:t>
            </a:r>
            <a:r>
              <a:rPr lang="en-US" dirty="0"/>
              <a:t>: How Nifty 50 and Sensex work, and why they matter for tracking market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Corporate Actions</a:t>
            </a:r>
            <a:r>
              <a:rPr lang="en-US" dirty="0"/>
              <a:t>: Dividends, stock splits, bonus issues, rights issues, and buybacks and their impact on share prices.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4F251-302B-3F77-84C9-BFFB478CD3AC}"/>
              </a:ext>
            </a:extLst>
          </p:cNvPr>
          <p:cNvSpPr txBox="1"/>
          <p:nvPr/>
        </p:nvSpPr>
        <p:spPr>
          <a:xfrm>
            <a:off x="126609" y="2878409"/>
            <a:ext cx="894705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500" b="1" dirty="0"/>
          </a:p>
          <a:p>
            <a:pPr>
              <a:buNone/>
            </a:pPr>
            <a:r>
              <a:rPr lang="en-IN" sz="2500" b="1" dirty="0"/>
              <a:t>Module 2: Demat Account &amp; Trading Software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Account Setup</a:t>
            </a:r>
            <a:r>
              <a:rPr lang="en-IN" dirty="0"/>
              <a:t>: Understanding Depository Participants (CDSL/NSDL), Demat, and Trading accounts.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Platform Navigation</a:t>
            </a:r>
            <a:r>
              <a:rPr lang="en-IN" dirty="0"/>
              <a:t>: How to place orders (Market, Limit, Stop-Loss, Bracket, and Cover orders).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Chart Tools</a:t>
            </a:r>
            <a:r>
              <a:rPr lang="en-IN" dirty="0"/>
              <a:t>: Mastering terminal layout, watchlists, market depth, and portfolio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Introduction to Trading View</a:t>
            </a:r>
            <a:r>
              <a:rPr lang="en-IN" dirty="0"/>
              <a:t>: Basic setup, tools, indicators, and multi-timeframe navigation.</a:t>
            </a:r>
          </a:p>
        </p:txBody>
      </p:sp>
    </p:spTree>
    <p:extLst>
      <p:ext uri="{BB962C8B-B14F-4D97-AF65-F5344CB8AC3E}">
        <p14:creationId xmlns:p14="http://schemas.microsoft.com/office/powerpoint/2010/main" val="163520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AFB6DD-C94D-7185-732E-23BE97F73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50" y="265531"/>
            <a:ext cx="9631739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Module 3: Fundamental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Introduction to Fundamentals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Top-down approach (Economy Industry Company analysis).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Reading Financial Statements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Balance Sheet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Assets, liabilities, and net worth.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Profit &amp; Loss Statement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Revenues, operating margins, and net profit.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Cash Flow Statement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Operating, investing, and financing cash 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Ratios &amp;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P/E, P/B, Debt-to-Equity, ROE, ROCE, and Dividend Yield.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Valuation &amp; Stock Selection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Identifying undervalued companies and evaluating management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C1BBD-E8A3-8539-D479-A79F39CF5E14}"/>
              </a:ext>
            </a:extLst>
          </p:cNvPr>
          <p:cNvSpPr txBox="1"/>
          <p:nvPr/>
        </p:nvSpPr>
        <p:spPr>
          <a:xfrm>
            <a:off x="239150" y="2980290"/>
            <a:ext cx="10269415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/>
              <a:t>Module 4: Technical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Foundations</a:t>
            </a:r>
            <a:r>
              <a:rPr lang="en-IN" dirty="0"/>
              <a:t>: Dow Theory, support, resistance, and trendlines.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Price Action &amp; Candlesticks</a:t>
            </a:r>
            <a:r>
              <a:rPr lang="en-IN" dirty="0"/>
              <a:t>: Single and multi-candlestick patterns (</a:t>
            </a:r>
            <a:r>
              <a:rPr lang="en-IN" dirty="0" err="1"/>
              <a:t>Doji</a:t>
            </a:r>
            <a:r>
              <a:rPr lang="en-IN" dirty="0"/>
              <a:t>, Hammer, Engulfing, Morning/Evening Star).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Chart Patterns</a:t>
            </a:r>
            <a:r>
              <a:rPr lang="en-IN" dirty="0"/>
              <a:t>: Continuation and reversal patterns (Head &amp; Shoulders, Double Top/Bottom, Triangles, Flags).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Technical Indicators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Moving Averages (EMA cross-overs).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Momentum &amp; Trend tools (RSI with divergence detection, MACD).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Volume Weighted Average Price (VWAP) and Pivot Points for intraday levels.</a:t>
            </a:r>
          </a:p>
        </p:txBody>
      </p:sp>
    </p:spTree>
    <p:extLst>
      <p:ext uri="{BB962C8B-B14F-4D97-AF65-F5344CB8AC3E}">
        <p14:creationId xmlns:p14="http://schemas.microsoft.com/office/powerpoint/2010/main" val="253515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2326D-5D9F-0206-D99F-AE78C1D359C4}"/>
              </a:ext>
            </a:extLst>
          </p:cNvPr>
          <p:cNvSpPr txBox="1"/>
          <p:nvPr/>
        </p:nvSpPr>
        <p:spPr>
          <a:xfrm>
            <a:off x="267286" y="886327"/>
            <a:ext cx="1192471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Module 5: Derivative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Basics of Derivatives</a:t>
            </a:r>
            <a:r>
              <a:rPr lang="en-US" dirty="0"/>
              <a:t>: Introduction to Futures and Options (F&amp;O).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Futures Trading</a:t>
            </a:r>
            <a:r>
              <a:rPr lang="en-US" dirty="0"/>
              <a:t>: Mechanics of lots, margin requirements, mark-to-market, and hedging.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Options Trading</a:t>
            </a:r>
            <a:r>
              <a:rPr lang="en-US" dirty="0"/>
              <a:t>: Calls, Puts, Strike prices, Expiry, and Option Chain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"Greeks"</a:t>
            </a:r>
            <a:r>
              <a:rPr lang="en-US" dirty="0"/>
              <a:t>: Delta, Theta, Gamma, and Vega—how time decay and volatility impact option prices.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500" b="1" dirty="0"/>
              <a:t>Module 6: Commodity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Introduction to Commodities</a:t>
            </a:r>
            <a:r>
              <a:rPr lang="en-US" dirty="0"/>
              <a:t>: Understanding MCX and global commodity exchanges.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Asset Categories</a:t>
            </a:r>
            <a:r>
              <a:rPr lang="en-US" dirty="0"/>
              <a:t>: Bullion (Gold, Silver), Energy (Crude Oil, Natural Gas), and Base Metals (Copper, Zinc).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Factors Influencing Prices</a:t>
            </a:r>
            <a:r>
              <a:rPr lang="en-US" dirty="0"/>
              <a:t>: Global supply-demand, USD index (DXY), geopolitical events, and inventory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Contract Specifications</a:t>
            </a:r>
            <a:r>
              <a:rPr lang="en-US" dirty="0"/>
              <a:t>: Lot sizes, expiry rules, and delivery mechanisms.</a:t>
            </a:r>
          </a:p>
        </p:txBody>
      </p:sp>
    </p:spTree>
    <p:extLst>
      <p:ext uri="{BB962C8B-B14F-4D97-AF65-F5344CB8AC3E}">
        <p14:creationId xmlns:p14="http://schemas.microsoft.com/office/powerpoint/2010/main" val="194445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9BEC7F-4609-8E81-F425-9C88235F89B6}"/>
              </a:ext>
            </a:extLst>
          </p:cNvPr>
          <p:cNvSpPr txBox="1"/>
          <p:nvPr/>
        </p:nvSpPr>
        <p:spPr>
          <a:xfrm>
            <a:off x="267287" y="1181686"/>
            <a:ext cx="1203725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/>
              <a:t>Module 7: Intraday Trading Techniques &amp;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Setup &amp; Routine</a:t>
            </a:r>
            <a:r>
              <a:rPr lang="en-IN" dirty="0"/>
              <a:t>: Pre-market analysis, sector selection, and filtering high-momentum stocks.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Intraday Strategies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Opening Range Breakout (ORB).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Moving average crossover combined with VWAP.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RSI divergence scalping setups.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Execution Discipline</a:t>
            </a:r>
            <a:r>
              <a:rPr lang="en-IN" dirty="0"/>
              <a:t>: Entry, target definition, trailing stop-losses, and strict exit rules.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500" b="1" dirty="0"/>
              <a:t>Module 8: Mutual Funds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Mutual Fund Basics</a:t>
            </a:r>
            <a:r>
              <a:rPr lang="en-IN" dirty="0"/>
              <a:t>: How mutual funds pool money, Net Asset Value (NAV), and fund manager roles.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Categories</a:t>
            </a:r>
            <a:r>
              <a:rPr lang="en-IN" dirty="0"/>
              <a:t>: Equity funds (Large-cap, Mid-cap, Small-cap), Debt funds, Hybrid funds, and Index funds/ETFs.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Investment Routes</a:t>
            </a:r>
            <a:r>
              <a:rPr lang="en-IN" dirty="0"/>
              <a:t>: SIP (Systematic Investment Plan) vs. Lump sum.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Fund Selection</a:t>
            </a:r>
            <a:r>
              <a:rPr lang="en-IN" dirty="0"/>
              <a:t>: Expense ratios, tracking error, alpha, beta, and assessing fund performance history.</a:t>
            </a:r>
          </a:p>
        </p:txBody>
      </p:sp>
    </p:spTree>
    <p:extLst>
      <p:ext uri="{BB962C8B-B14F-4D97-AF65-F5344CB8AC3E}">
        <p14:creationId xmlns:p14="http://schemas.microsoft.com/office/powerpoint/2010/main" val="69942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A2EAA4-B05B-0F22-9A83-30CC5EF27587}"/>
              </a:ext>
            </a:extLst>
          </p:cNvPr>
          <p:cNvSpPr txBox="1"/>
          <p:nvPr/>
        </p:nvSpPr>
        <p:spPr>
          <a:xfrm>
            <a:off x="250873" y="980446"/>
            <a:ext cx="11690253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Module 9: Trading Psychology, Risk Management &amp; Emotional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Trader's Mindset</a:t>
            </a:r>
            <a:r>
              <a:rPr lang="en-US" dirty="0"/>
              <a:t>: Overcoming fear, greed, FOMO (Fear Of Missing Out), and revenge trading.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Capital Protection &amp; Risk Management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1% to 2% risk rule per trade.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Calculating Risk-to-Reward Ratios (minimum 1:2 or 1:3).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Position Sizing</a:t>
            </a:r>
            <a:r>
              <a:rPr lang="en-US" dirty="0"/>
              <a:t>: Managing drawdown limits and setting daily stop-losses to protect trading capital.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Trading Journal</a:t>
            </a:r>
            <a:r>
              <a:rPr lang="en-US" dirty="0"/>
              <a:t>: Tracking trades, reviewing mistakes, and building emotional resilience.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500" b="1" dirty="0"/>
              <a:t>Module 10: Weekly Revision (</a:t>
            </a:r>
            <a:r>
              <a:rPr lang="en-US" sz="2500" b="1" dirty="0" err="1"/>
              <a:t>QnA</a:t>
            </a:r>
            <a:r>
              <a:rPr lang="en-US" sz="2500" b="1" dirty="0"/>
              <a:t>, Doubt Clearance Session)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Live Q&amp;A and interactive doubt-clearing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of weekly market movements, trade case studies, and student chart analysis.</a:t>
            </a:r>
          </a:p>
          <a:p>
            <a:endParaRPr lang="en-US" dirty="0"/>
          </a:p>
          <a:p>
            <a:r>
              <a:rPr lang="en-IN" sz="2500" b="1" dirty="0"/>
              <a:t>Module 11: Trading Support</a:t>
            </a:r>
          </a:p>
          <a:p>
            <a:r>
              <a:rPr lang="en-US" dirty="0"/>
              <a:t>Dedicated mentorship framework, community discussion channels, and continuous post-course learning assistance.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3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913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(Body)</vt:lpstr>
      <vt:lpstr>Calibri Light</vt:lpstr>
      <vt:lpstr>Google Sans</vt:lpstr>
      <vt:lpstr>Google Sans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Garg</dc:creator>
  <cp:lastModifiedBy>Ramesh pal</cp:lastModifiedBy>
  <cp:revision>36</cp:revision>
  <dcterms:created xsi:type="dcterms:W3CDTF">2024-09-04T10:10:48Z</dcterms:created>
  <dcterms:modified xsi:type="dcterms:W3CDTF">2026-10-16T13:55:19Z</dcterms:modified>
</cp:coreProperties>
</file>